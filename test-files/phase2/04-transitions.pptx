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fade transition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push transition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wipe transition</a:t>
            </a:r>
          </a:p>
        </p:txBody>
      </p:sp>
    </p:spTree>
  </p:cSld>
  <p:clrMapOvr>
    <a:masterClrMapping/>
  </p:clrMapOvr>
  <p:transition spd="med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split transition</a:t>
            </a:r>
          </a:p>
        </p:txBody>
      </p:sp>
    </p:spTree>
  </p:cSld>
  <p:clrMapOvr>
    <a:masterClrMapping/>
  </p:clrMapOvr>
  <p:transition spd="med">
    <p:split orient="horz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cover transition</a:t>
            </a:r>
          </a:p>
        </p:txBody>
      </p:sp>
    </p:spTree>
  </p:cSld>
  <p:clrMapOvr>
    <a:masterClrMapping/>
  </p:clrMapOvr>
  <p:transition spd="med">
    <p:cover dir="d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dissolve transition</a:t>
            </a:r>
          </a:p>
        </p:txBody>
      </p:sp>
    </p:spTree>
  </p:cSld>
  <p:clrMapOvr>
    <a:masterClrMapping/>
  </p:clrMapOvr>
  <p:transition spd="med">
    <p:dissolv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checker transition</a:t>
            </a:r>
          </a:p>
        </p:txBody>
      </p:sp>
    </p:spTree>
  </p:cSld>
  <p:clrMapOvr>
    <a:masterClrMapping/>
  </p:clrMapOvr>
  <p:transition spd="med">
    <p:checker dir="horz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strips transition</a:t>
            </a:r>
          </a:p>
        </p:txBody>
      </p:sp>
    </p:spTree>
  </p:cSld>
  <p:clrMapOvr>
    <a:masterClrMapping/>
  </p:clrMapOvr>
  <p:transition spd="med">
    <p:blinds dir="horz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