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Multi-step animations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011680" cy="109728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286000"/>
            <a:ext cx="2011680" cy="109728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286000"/>
            <a:ext cx="2011680" cy="109728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nodeType="clickEffect">
                      <p:childTnLst>
                        <p:par>
                          <p:cTn id="4" dur="500">
                            <p:childTnLst>
                              <p:animEffect transition="in" filter="fade">
                                <p:cTn id="5" dur="5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