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C00000"/>
                </a:solidFill>
              </a:defRPr>
            </a:pPr>
            <a:r>
              <a:t>Heading font test</a:t>
            </a:r>
          </a:p>
          <a:p>
            <a:pPr>
              <a:defRPr b="1" i="1" u="sng" sz="1800"/>
            </a:pPr>
            <a:r>
              <a:t>Body — bold italic underline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