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Phase 2 static — multi-shape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Shape A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1371600"/>
            <a:ext cx="2286000" cy="182880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