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media1.mp4" ContentType="video/unknown"/>
  <Override PartName="/ppt/media/media2.wav" ContentType="video/unknown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.mp4"/><Relationship Id="rId3" Type="http://schemas.openxmlformats.org/officeDocument/2006/relationships/video" Target="../media/media1.mp4"/><Relationship Id="rId4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2.wav"/><Relationship Id="rId3" Type="http://schemas.openxmlformats.org/officeDocument/2006/relationships/video" Target="../media/media2.wav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Video slide</a:t>
            </a:r>
          </a:p>
        </p:txBody>
      </p:sp>
      <p:pic>
        <p:nvPicPr>
          <p:cNvPr id="3" name="clip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371600" y="1097280"/>
            <a:ext cx="5486400" cy="36576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Audio slide</a:t>
            </a:r>
          </a:p>
        </p:txBody>
      </p:sp>
      <p:pic>
        <p:nvPicPr>
          <p:cNvPr id="3" name="tone.wav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828800" y="3200400"/>
            <a:ext cx="4572000" cy="6400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