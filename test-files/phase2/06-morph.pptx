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/>
              <a:t>Slide 1 -&gt; 2 : Morph move + scale</a:t>
            </a:r>
          </a:p>
        </p:txBody>
      </p:sp>
      <p:sp>
        <p:nvSpPr>
          <p:cNvPr id="3" name="hero" class="sp-morphable"/>
          <p:cNvSpPr/>
          <p:nvPr/>
        </p:nvSpPr>
        <p:spPr>
          <a:xfrm>
            <a:off x="1371600" y="2286000"/>
            <a:ext cx="1828800" cy="1097280"/>
          </a:xfrm>
          <a:prstGeom prst="round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/>
              <a:t>Slide 2 : morph target (scaled, moved)</a:t>
            </a:r>
          </a:p>
        </p:txBody>
      </p:sp>
      <p:sp>
        <p:nvSpPr>
          <p:cNvPr id="3" name="hero" class="sp-morphable"/>
          <p:cNvSpPr/>
          <p:nvPr/>
        </p:nvSpPr>
        <p:spPr>
          <a:xfrm>
            <a:off x="5486400" y="1097280"/>
            <a:ext cx="3657600" cy="2194560"/>
          </a:xfrm>
          <a:prstGeom prst="round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A</a:t>
            </a:r>
          </a:p>
        </p:txBody>
      </p:sp>
    </p:spTree>
  </p:cSld>
  <p:clrMapOvr>
    <a:masterClrMapping/>
  </p:clrMapOvr>
  <p:transition spd="med">
    <p:morph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/>
              <a:t>Slide 3 : rotated 90deg</a:t>
            </a:r>
          </a:p>
        </p:txBody>
      </p:sp>
      <p:sp>
        <p:nvSpPr>
          <p:cNvPr id="3" name="hero" class="sp-morphable"/>
          <p:cNvSpPr/>
          <p:nvPr/>
        </p:nvSpPr>
        <p:spPr>
          <a:xfrm rot="5400000">
            <a:off x="5486400" y="1097280"/>
            <a:ext cx="3657600" cy="2194560"/>
          </a:xfrm>
          <a:prstGeom prst="round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A</a:t>
            </a:r>
          </a:p>
        </p:txBody>
      </p:sp>
    </p:spTree>
  </p:cSld>
  <p:clrMapOvr>
    <a:masterClrMapping/>
  </p:clrMapOvr>
  <p:transition spd="med">
    <p:morph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/>
              <a:t>Slide 4 : color morph</a:t>
            </a:r>
          </a:p>
        </p:txBody>
      </p:sp>
      <p:sp>
        <p:nvSpPr>
          <p:cNvPr id="3" name="hero" class="sp-morphable"/>
          <p:cNvSpPr/>
          <p:nvPr/>
        </p:nvSpPr>
        <p:spPr>
          <a:xfrm rot="5400000">
            <a:off x="5486400" y="1097280"/>
            <a:ext cx="3657600" cy="2194560"/>
          </a:xfrm>
          <a:prstGeom prst="round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A</a:t>
            </a:r>
          </a:p>
        </p:txBody>
      </p:sp>
    </p:spTree>
  </p:cSld>
  <p:clrMapOvr>
    <a:masterClrMapping/>
  </p:clrMapOvr>
  <p:transition spd="med">
    <p:morph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/>
              <a:t>Slide 5 -&gt; 6 : shape morph (rect -&gt; oval)</a:t>
            </a:r>
          </a:p>
        </p:txBody>
      </p:sp>
      <p:sp>
        <p:nvSpPr>
          <p:cNvPr id="3" name="circle" class="sp-morphable"/>
          <p:cNvSpPr/>
          <p:nvPr/>
        </p:nvSpPr>
        <p:spPr>
          <a:xfrm>
            <a:off x="1828800" y="1828800"/>
            <a:ext cx="2743200" cy="2743200"/>
          </a:xfrm>
          <a:prstGeom prst="round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O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/>
              <a:t>Slide 6 : morph to oval (size + position)</a:t>
            </a:r>
          </a:p>
        </p:txBody>
      </p:sp>
      <p:sp>
        <p:nvSpPr>
          <p:cNvPr id="3" name="circle" class="sp-morphable"/>
          <p:cNvSpPr/>
          <p:nvPr/>
        </p:nvSpPr>
        <p:spPr>
          <a:xfrm>
            <a:off x="5943600" y="1371600"/>
            <a:ext cx="3657600" cy="3657600"/>
          </a:xfrm>
          <a:prstGeom prst="ellipse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O</a:t>
            </a:r>
          </a:p>
        </p:txBody>
      </p:sp>
    </p:spTree>
  </p:cSld>
  <p:clrMapOvr>
    <a:masterClrMapping/>
  </p:clrMapOvr>
  <p:transition spd="med">
    <p:morph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/>
              <a:t>Slide 7 : no morph (control)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