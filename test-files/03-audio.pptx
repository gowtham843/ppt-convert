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wav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wav"/><Relationship Id="rId3" Type="http://schemas.openxmlformats.org/officeDocument/2006/relationships/video" Target="../media/media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Audio fixture</a:t>
            </a:r>
          </a:p>
        </p:txBody>
      </p:sp>
      <p:pic>
        <p:nvPicPr>
          <p:cNvPr id="3" name="sample.wa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2743200"/>
            <a:ext cx="4572000" cy="548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