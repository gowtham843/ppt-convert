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media/media2.wav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wav"/><Relationship Id="rId3" Type="http://schemas.openxmlformats.org/officeDocument/2006/relationships/video" Target="../media/media2.wav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Combined — static + media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828800" cy="1371600"/>
          </a:xfrm>
          <a:prstGeom prst="rect">
            <a:avLst/>
          </a:prstGeom>
        </p:spPr>
      </p:pic>
      <p:pic>
        <p:nvPicPr>
          <p:cNvPr id="4" name="sampl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43200" y="1097280"/>
            <a:ext cx="4572000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Combined — animation</a:t>
            </a:r>
          </a:p>
        </p:txBody>
      </p:sp>
      <p:sp>
        <p:nvSpPr>
          <p:cNvPr id="3" name="Oval 2"/>
          <p:cNvSpPr/>
          <p:nvPr/>
        </p:nvSpPr>
        <p:spPr>
          <a:xfrm>
            <a:off x="2743200" y="2286000"/>
            <a:ext cx="2743200" cy="1828800"/>
          </a:xfrm>
          <a:prstGeom prst="ellipse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" presetClass="entr" nodeType="clickEffect">
                      <p:childTnLst>
                        <p:par>
                          <p:cTn id="4" fill="hold" dur="500">
                            <p:childTnLst>
                              <p:animEffect transition="in" filter="fade">
                                <p:cTn id="5" dur="500"/>
                                <p:tgtEl>
                                  <p:spTgt spid="3"/>
                                </p:tgtEl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Combined — fade transition</a:t>
            </a:r>
          </a:p>
        </p:txBody>
      </p:sp>
      <p:pic>
        <p:nvPicPr>
          <p:cNvPr id="3" name="sample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3657600"/>
            <a:ext cx="457200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