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Fly In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3" fill="hold" presetID="2" presetClass="entr" nodeType="clickEffect">
                      <p:childTnLst>
                        <p:par>
                          <p:cTn id="4" dur="500">
                            <p:childTnLst>
                              <p:animEffect transition="in" filter="fly">
                                <p:cTn id="5" dur="500"/>
                                <p:tgtEl>
                                  <p:spTgt spid="2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