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1371600"/>
            <a:ext cx="2286000" cy="914400"/>
          </a:xfrm>
          <a:prstGeom prst="roundRect">
            <a:avLst/>
          </a:prstGeom>
          <a:solidFill>
            <a:srgbClr val="C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Click me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0" y="2286000"/>
            <a:ext cx="2743200" cy="1371600"/>
          </a:xfrm>
          <a:prstGeom prst="rect">
            <a:avLst/>
          </a:prstGeom>
          <a:solidFill>
            <a:srgbClr val="4472C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Hidden target</a:t>
            </a:r>
          </a:p>
        </p:txBody>
      </p:sp>
    </p:spTree>
  </p:cSld>
  <p:clrMapOvr>
    <a:masterClrMapping/>
  </p:clrMapOvr>
  <p:timing>
    <p:tnLst>
      <p:par>
        <p:cTn id="57" dur="indefinite" nodeType="tmRoot">
          <p:childTnLst>
            <p:seq concurrent="1" nextAc="seek">
              <p:cTn id="58" dur="indefinite" nodeType="interactiveSeq">
                <p:stCondLst>
                  <p:cond delay="indefinite">
                    <p:tgtEl>
                      <p:spTgt spid="2"/>
                    </p:tgtEl>
                  </p:cond>
                </p:stCondLst>
                <p:childTnLst>
                  <p:par>
                    <p:cTn id="59" fill="hold" presetClass="entr" presetID="10" nodeType="clickEffect">
                      <p:childTnLst>
                        <p:par>
                          <p:cTn id="60" dur="600">
                            <p:childTnLst>
                              <p:animEffect transition="in" filter="fade">
                                <p:cTn id="61" dur="600"/>
                                <p:tgtEl>
                                  <p:spTgt spid="3"/>
                                </p:tgtEl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