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286000"/>
            <a:ext cx="1645920" cy="109728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2286000"/>
            <a:ext cx="1645920" cy="109728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2286000"/>
            <a:ext cx="1645920" cy="109728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45" dur="indefinite" nodeType="tmRoot">
          <p:childTnLst>
            <p:seq concurrent="1" nextAc="seek">
              <p:cTn id="46" dur="indefinite" nodeType="mainSeq">
                <p:childTnLst>
                  <p:par>
                    <p:cTn id="47" fill="hold" presetID="10" presetClass="entr" nodeType="clickEffect">
                      <p:childTnLst>
                        <p:par>
                          <p:cTn id="48" fill="hold" presetID="10" presetClass="entr" nodeType="clickEffect">
                            <p:childTnLst>
                              <p:par>
                                <p:cTn id="49" dur="300">
                                  <p:childTnLst>
                                    <p:animEffect transition="in" filter="fade">
                                      <p:cTn id="50" dur="300"/>
                                      <p:tgtEl>
                                        <p:spTgt spid="2"/>
                                      </p:tgtEl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presetID="10" presetClass="entr" nodeType="afterEffect">
                            <p:childTnLst>
                              <p:par>
                                <p:cTn id="52" dur="900">
                                  <p:childTnLst>
                                    <p:animEffect transition="in" filter="fade">
                                      <p:cTn id="53" dur="900"/>
                                      <p:tgtEl>
                                        <p:spTgt spid="3"/>
                                      </p:tgtEl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presetID="10" presetClass="entr" nodeType="afterEffect">
                            <p:childTnLst>
                              <p:par>
                                <p:cTn id="55" dur="500">
                                  <p:childTnLst>
                                    <p:animEffect transition="in" filter="fade">
                                      <p:cTn id="56" dur="500"/>
                                      <p:tgtEl>
                                        <p:spTgt spid="4"/>
                                      </p:tgtEl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