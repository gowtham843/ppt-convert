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2</a:t>
            </a:r>
          </a:p>
        </p:txBody>
      </p:sp>
    </p:spTree>
  </p:cSld>
  <p:clrMapOvr>
    <a:masterClrMapping/>
  </p:clrMapOvr>
  <p:timing>
    <p:tnLst>
      <p:par>
        <p:cTn id="16" dur="indefinite" nodeType="tmRoot">
          <p:childTnLst>
            <p:seq concurrent="1" nextAc="seek">
              <p:cTn id="17" dur="indefinite" nodeType="mainSeq">
                <p:childTnLst>
                  <p:par>
                    <p:cTn id="18" fill="hold" presetID="1" presetClass="entr" nodeType="clickEffect">
                      <p:childTnLst>
                        <p:par>
                          <p:cTn id="19" dur="500">
                            <p:childTnLst>
                              <p:animEffect transition="in" filter="appear">
                                <p:cTn id="20" dur="500"/>
                                <p:tgtEl>
                                  <p:spTgt spid="2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presetID="1" presetClass="entr" nodeType="clickEffect">
                      <p:childTnLst>
                        <p:par>
                          <p:cTn id="22" dur="500">
                            <p:childTnLst>
                              <p:animEffect transition="in" filter="appear">
                                <p:cTn id="23" dur="500"/>
                                <p:tgtEl>
                                  <p:spTgt spid="3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presetID="1" presetClass="entr" nodeType="clickEffect">
                      <p:childTnLst>
                        <p:par>
                          <p:cTn id="25" dur="500">
                            <p:childTnLst>
                              <p:animEffect transition="in" filter="appear">
                                <p:cTn id="26" dur="500"/>
                                <p:tgtEl>
                                  <p:spTgt spid="4"/>
                                </p:tgtEl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