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2286000"/>
            <a:ext cx="1828800" cy="9144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Second</a:t>
            </a:r>
          </a:p>
        </p:txBody>
      </p:sp>
    </p:spTree>
  </p:cSld>
  <p:clrMapOvr>
    <a:masterClrMapping/>
  </p:clrMapOvr>
  <p:timing>
    <p:tnLst>
      <p:par>
        <p:cTn id="36" dur="indefinite" nodeType="tmRoot">
          <p:childTnLst>
            <p:seq concurrent="1" nextAc="seek">
              <p:cTn id="37" dur="indefinite" nodeType="mainSeq">
                <p:childTnLst>
                  <p:par>
                    <p:cTn id="38" fill="hold" presetID="10" presetClass="entr" nodeType="clickEffect">
                      <p:childTnLst>
                        <p:par>
                          <p:cTn id="39" fill="hold" presetID="10" presetClass="entr" nodeType="clickEffect">
                            <p:childTnLst>
                              <p:par>
                                <p:cTn id="40" dur="400">
                                  <p:childTnLst>
                                    <p:animEffect transition="in" filter="fade">
                                      <p:cTn id="41" dur="400"/>
                                      <p:tgtEl>
                                        <p:spTgt spid="2"/>
                                      </p:tgtEl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presetID="10" presetClass="entr" nodeType="afterEffect">
                            <p:childTnLst>
                              <p:par>
                                <p:cTn id="43" dur="400">
                                  <p:childTnLst>
                                    <p:animEffect transition="in" filter="fade">
                                      <p:cTn id="44" dur="400"/>
                                      <p:tgtEl>
                                        <p:spTgt spid="3"/>
                                      </p:tgtEl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