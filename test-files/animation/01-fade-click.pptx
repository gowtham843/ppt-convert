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HELLO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194560"/>
            <a:ext cx="2011680" cy="1097280"/>
          </a:xfrm>
          <a:prstGeom prst="roundRect">
            <a:avLst/>
          </a:prstGeom>
          <a:solidFill>
            <a:srgbClr val="4472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Fade target</a:t>
            </a:r>
          </a:p>
        </p:txBody>
      </p:sp>
    </p:spTree>
  </p:cSld>
  <p:clrMapOvr>
    <a:masterClrMapping/>
  </p:clrMapOvr>
  <p:timing>
    <p:tnLst>
      <p:par>
        <p:cTn id="11" dur="indefinite" nodeType="tmRoot">
          <p:childTnLst>
            <p:seq concurrent="1" nextAc="seek">
              <p:cTn id="12" dur="indefinite" nodeType="mainSeq">
                <p:childTnLst>
                  <p:par>
                    <p:cTn id="13" fill="hold" presetID="10" presetClass="entr" nodeType="clickEffect">
                      <p:childTnLst>
                        <p:par>
                          <p:cTn id="14" dur="500">
                            <p:childTnLst>
                              <p:animEffect transition="in" filter="fade">
                                <p:cTn id="15" dur="500"/>
                                <p:tgtEl>
                                  <p:spTgt spid="3"/>
                                </p:tgtEl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