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743200"/>
            <a:ext cx="1371600" cy="9144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Move</a:t>
            </a:r>
          </a:p>
        </p:txBody>
      </p:sp>
    </p:spTree>
  </p:cSld>
  <p:clrMapOvr>
    <a:masterClrMapping/>
  </p:clrMapOvr>
  <p:timing>
    <p:tnLst>
      <p:par>
        <p:cTn id="62" dur="indefinite" nodeType="tmRoot">
          <p:childTnLst>
            <p:seq concurrent="1" nextAc="seek">
              <p:cTn id="63" dur="indefinite" nodeType="mainSeq">
                <p:childTnLst>
                  <p:par>
                    <p:cTn id="64" fill="hold" presetClass="entr" presetID="1" nodeType="clickEffect">
                      <p:childTnLst>
                        <p:par>
                          <p:cTn id="65" dur="800">
                            <p:childTnLst>
                              <p:animMotion path="M 0 0 L 120 0">
                                <p:cTn id="66" dur="800"/>
                                <p:by x="1200000" y="0"/>
                                <p:tgtEl>
                                  <p:spTgt spid="2"/>
                                </p:tgtEl>
                              </p:animMotion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