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Animation fixture (fade in box)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286000"/>
            <a:ext cx="3657600" cy="137160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Animate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" presetClass="entr" nodeType="clickEffect">
                      <p:childTnLst>
                        <p:par>
                          <p:cTn id="4" fill="hold" dur="500">
                            <p:childTnLst>
                              <p:animEffect transition="in" filter="fade">
                                <p:cTn id="5" dur="500"/>
                                <p:tgtEl>
                                  <p:spTgt spid="3"/>
                                </p:tgtEl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